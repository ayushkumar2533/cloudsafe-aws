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9F56BF-1ED3-4403-8804-5A80F8D301AC}" v="2" dt="2026-09-24T03:50:07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2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USH CHANDRA 24EACCS066" userId="8ca8532fa6bbf5b0" providerId="LiveId" clId="{4B844094-B757-457A-94DB-0DF58B6856A4}"/>
    <pc:docChg chg="modSld">
      <pc:chgData name="AYUSH CHANDRA 24EACCS066" userId="8ca8532fa6bbf5b0" providerId="LiveId" clId="{4B844094-B757-457A-94DB-0DF58B6856A4}" dt="2026-09-24T04:18:49.061" v="2" actId="1076"/>
      <pc:docMkLst>
        <pc:docMk/>
      </pc:docMkLst>
      <pc:sldChg chg="modSp mod">
        <pc:chgData name="AYUSH CHANDRA 24EACCS066" userId="8ca8532fa6bbf5b0" providerId="LiveId" clId="{4B844094-B757-457A-94DB-0DF58B6856A4}" dt="2026-09-24T04:18:49.061" v="2" actId="1076"/>
        <pc:sldMkLst>
          <pc:docMk/>
          <pc:sldMk cId="0" sldId="256"/>
        </pc:sldMkLst>
        <pc:spChg chg="mod">
          <ac:chgData name="AYUSH CHANDRA 24EACCS066" userId="8ca8532fa6bbf5b0" providerId="LiveId" clId="{4B844094-B757-457A-94DB-0DF58B6856A4}" dt="2026-09-24T04:18:49.061" v="2" actId="1076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9950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CloudSafe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Cloud File Storage &amp; Recovery System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Kumar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 Amazon Web Services (AWS)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02920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 •  IAM  •  Versioning  •  Lifecycle  •  CloudTrail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CloudSafe is a secure cloud file storage and recovery prototype.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provides the central object storage.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controls authorized access.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Versioning protects previous file versions.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Lifecycle supports cost optimization.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provides audit visibility.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2491740" cy="73152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040380" y="420624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406140" y="4206240"/>
            <a:ext cx="2491740" cy="73152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420624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4206240"/>
            <a:ext cx="2491740" cy="73152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755380" y="420624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121140" y="4206240"/>
            <a:ext cx="2491740" cy="73152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/ Lifecycle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303520"/>
            <a:ext cx="2316480" cy="73152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865120" y="53035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230880" y="5303520"/>
            <a:ext cx="2316480" cy="73152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547360" y="530352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913120" y="5303520"/>
            <a:ext cx="2316480" cy="73152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760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 deletion of files.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 overwriting of files.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storage requirements.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cost for long-term frequently accessed storage.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visibility into file operations.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675120" y="128016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→ Data Loss Risk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675120" y="251460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Access → Security Risk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374904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Data → Cost Challenge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498348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→ Low Visibility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CloudSafe – Proposed Solution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4805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CloudSafe Solution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Unauthorized access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IAM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Accidental deletion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Versioning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recovery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 versions + delete-marker recovery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storage cost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Lifecycle → Standard-IA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visibility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CloudTrail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storage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S3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Securely store files in Amazon S3.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access using IAM.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previous versions of files.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accidentally deleted files.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long-term storage cost.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an audit trail.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simple demonstration interface.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949425"/>
              </p:ext>
            </p:extLst>
          </p:nvPr>
        </p:nvGraphicFramePr>
        <p:xfrm>
          <a:off x="548640" y="1188719"/>
          <a:ext cx="11064240" cy="470823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/ Technology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Name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S3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cloudsafe-ayush-2026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cloud storage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IAM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CloudSafeS3Access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control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Group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CloudSafeUsers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 management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User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CloudSafeUser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Authorized identity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Versioning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 versions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Lifecycle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CloudSafeCostOptimization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optimization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CloudTrail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CloudSafeAuditTrail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0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0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1143000"/>
            <a:ext cx="2865120" cy="868680"/>
          </a:xfrm>
          <a:prstGeom prst="roundRect">
            <a:avLst>
              <a:gd name="adj" fmla="val 8421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User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36720" y="114300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602480" y="1143000"/>
            <a:ext cx="2865120" cy="868680"/>
          </a:xfrm>
          <a:prstGeom prst="roundRect">
            <a:avLst>
              <a:gd name="adj" fmla="val 8421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IAM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CloudSafeUser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67600" y="114300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833360" y="1143000"/>
            <a:ext cx="2865120" cy="868680"/>
          </a:xfrm>
          <a:prstGeom prst="roundRect">
            <a:avLst>
              <a:gd name="adj" fmla="val 8421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cloudsafe-ayush-2026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Versioning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383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639312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Versions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336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89704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278892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CloudSafeCostOptimization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3383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3639312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Standard-IA after 30 days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2788920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Activity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3383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3639312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CloudSafeAuditTrail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2336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489704"/>
            <a:ext cx="3383280" cy="594360"/>
          </a:xfrm>
          <a:prstGeom prst="roundRect">
            <a:avLst>
              <a:gd name="adj" fmla="val 12308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Event History / Logs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– Create Amazon S3 Bucket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Name: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cloudsafe-ayush-2026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ap-south-1 – Asia Pacific (Mumbai)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S3 bucket is the main storage layer.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are stored as S3 objects.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CloudSafe uses this bucket for secure file storage and recovery.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56235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CloudSafe S3 bucket created in Mumbai region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221310-F09F-A195-96CA-B0DB1AA24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897" y="1280160"/>
            <a:ext cx="6784489" cy="40476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– Enable S3 Versioning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was enabled on cloudsafe-ayush-2026.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test.txt was used for testing.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versions of test.txt were created.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versions remained available.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93192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test.txt – Version 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43891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4590288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test.txt – Version 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504748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5248656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Version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280160"/>
            <a:ext cx="557784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EB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SCREENSHOT PLACEHOLDER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Enabled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3749040"/>
            <a:ext cx="557784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EB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SCREENSHOT PLACEHOLDER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test.txt Multiple Versions</a:t>
            </a: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D4C9FA8-5589-3591-ED9F-8FFB3A1A9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980" y="485192"/>
            <a:ext cx="5775960" cy="30809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2C0B6D-0450-3005-C040-4104D6146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980" y="3639527"/>
            <a:ext cx="5775960" cy="30684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– Accidental File Deletion &amp; Recovery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test.txt.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another version with different content.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the current test.txt.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created a delete marker.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versions remained retained.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the delete marker.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test.txt became </a:t>
            </a:r>
            <a:r>
              <a:rPr lang="en-US" sz="180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again.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120640"/>
            <a:ext cx="1267097" cy="109728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test.txt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815737" y="5120640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181497" y="5120640"/>
            <a:ext cx="1267097" cy="109728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 + Version 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48594" y="5120640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814354" y="5120640"/>
            <a:ext cx="1267097" cy="109728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81451" y="5120640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447211" y="5120640"/>
            <a:ext cx="1267097" cy="109728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Marker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714309" y="5120640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080069" y="5120640"/>
            <a:ext cx="1267097" cy="109728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Version Retained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47166" y="5120640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712926" y="5120640"/>
            <a:ext cx="1267097" cy="109728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Delete Marker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980023" y="5120640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0345783" y="5120640"/>
            <a:ext cx="1267097" cy="109728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Recovered</a:t>
            </a:r>
            <a:endParaRPr lang="en-US" sz="12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2C4A39C-1CE4-3AA8-56E9-944D1C360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211" y="1188720"/>
            <a:ext cx="6234750" cy="33122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– AWS IAM Access Control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Group: CloudSafeUsers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User: CloudSafeUser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CloudSafeS3Access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576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Permissions: </a:t>
            </a:r>
            <a:r>
              <a:rPr lang="en-US" sz="18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ListBucket • GetObject • PutObject • DeleteObject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8912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controls who can perform S3 operations.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is attached through the group.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restricted to CloudSafe S3 resources.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AWS credentials in index.html or style.css.</a:t>
            </a:r>
            <a:endParaRPr lang="en-US" sz="17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1D6A2F8-B590-9AF8-5411-84C63FAAF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877" y="1737360"/>
            <a:ext cx="6146203" cy="32651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– S3 Lifecycle Cost Optimization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CloudSafeCostOptimization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versions → Standard-IA after 30 days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Noncurrent versions → Standard-IA after 30 days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rules automate storage-class transitions.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lower long-term cost for suitable access patterns.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is shown as configured; we did not wait 30 days.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expiration/deletion is configured.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2120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Storage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521208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52120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Standard-IA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87A4E0-3E07-CEFF-7D0D-2C38FCFED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587" y="1188720"/>
            <a:ext cx="6280234" cy="43161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– AWS CloudTrail Audit Logging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Trail: CloudSafeAuditTrail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120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is used for audit visibility.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data events configured (Read + Write) for the demo setup.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audit-test.txt was uploaded to generate S3 activity.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can be investigated via an event such as PutObject.</a:t>
            </a: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0B6F5E-E9C9-BA36-6AE7-F1AA75B16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106520"/>
            <a:ext cx="6395496" cy="339760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491740" cy="109728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3040380" y="1188720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3406140" y="1188720"/>
            <a:ext cx="2491740" cy="109728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CloudSafeUser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897880" y="1188720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263640" y="1188720"/>
            <a:ext cx="2491740" cy="109728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Authorization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755380" y="1188720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9121140" y="1188720"/>
            <a:ext cx="2491740" cy="109728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cloudsafe-ayush-2026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26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/ Modify / Delete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292608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926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Versioning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92608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926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if Required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292608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2926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Policy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CloudSafeCostOptimization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292608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2926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Standard-IA after 30 days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754880"/>
            <a:ext cx="2316480" cy="109728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Activity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865120" y="4754880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3230880" y="4754880"/>
            <a:ext cx="2316480" cy="109728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CloudSafeAuditTrail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547360" y="4754880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913120" y="4754880"/>
            <a:ext cx="2316480" cy="1097280"/>
          </a:xfrm>
          <a:prstGeom prst="roundRect">
            <a:avLst>
              <a:gd name="adj" fmla="val 6667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Audit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47548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audit path →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64240" cy="47548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Test / Result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Bucket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cloudsafe-ayush-2026 created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Upload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test.txt versions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deletion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marker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recovery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Successfully demonstrated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CloudTrail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audit-test.txt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Uploaded for audit test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HTML/CSS interface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Future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Benefits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S3-based storage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IAM-controlled access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Version-based recovery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Lifecycle-based cost optimization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audit visibility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architecture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Easy-to-demonstrate workflow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1887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600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CURRENTLY IMPLEMENTED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103120"/>
            <a:ext cx="5212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login system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upload/download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User-specific dashboards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monitoring and alerts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encryption policies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64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CloudSafe demonstrates secure cloud file storage using Amazon S3.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provides controlled access.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Versioning protects previous versions.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files can be recovered using retained versions.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policies support long-term storage cost optimization.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provides audit visibility.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334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HTML/CSS interface provides a simple demonstration layer.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AF2FB"/>
          </a:solidFill>
          <a:ln w="12700">
            <a:solidFill>
              <a:srgbClr val="1F6FE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“CloudSafe combines secure storage, access control, recovery, cost optimization and auditing into one practical cloud-storage solution.”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921</Words>
  <Application>Microsoft Office PowerPoint</Application>
  <PresentationFormat>Widescreen</PresentationFormat>
  <Paragraphs>281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Ayush kumar</cp:lastModifiedBy>
  <cp:revision>4</cp:revision>
  <dcterms:created xsi:type="dcterms:W3CDTF">2026-09-24T02:23:17Z</dcterms:created>
  <dcterms:modified xsi:type="dcterms:W3CDTF">2026-09-27T04:49:37Z</dcterms:modified>
</cp:coreProperties>
</file>